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538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292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8F9C46-C1BF-0F5F-A91B-AB83C2FF23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3349BE8-565A-36FA-4CF3-4305E74B23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159BC5A-7DB4-EDF4-4954-98D45EBE5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DC98-6C69-4841-9890-8CCF3F49710E}" type="datetimeFigureOut">
              <a:rPr kumimoji="1" lang="ja-JP" altLang="en-US" smtClean="0"/>
              <a:t>2023/10/30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A12F8C-D7D3-F845-F871-6B4D9EC94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784285-6C67-180B-3E79-910465B31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7689-E852-4EEE-BA2B-566365876D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8032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4BDC36-EE2E-4514-0917-286A4321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3953B3-7E96-2C20-F3FF-FE2F28723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22C234-A249-83D5-1A17-3F8D29191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DC98-6C69-4841-9890-8CCF3F49710E}" type="datetimeFigureOut">
              <a:rPr kumimoji="1" lang="ja-JP" altLang="en-US" smtClean="0"/>
              <a:t>2023/10/30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EBA429-8535-C8D6-23C6-71E340983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01A00A-4330-8D5C-0A61-DDD4AAB1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7689-E852-4EEE-BA2B-566365876D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9435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E9BEA2-B9B2-B414-7D63-1E54CB728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71AE678-21A1-6C7D-0770-B60BD7D09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EAF435-E386-5EB5-E38B-0A25F553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DC98-6C69-4841-9890-8CCF3F49710E}" type="datetimeFigureOut">
              <a:rPr kumimoji="1" lang="ja-JP" altLang="en-US" smtClean="0"/>
              <a:t>2023/10/30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F570B4-F704-7CFC-BCF6-2533EDBAA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BF99FD-7F6F-B1EB-4AC1-70B6F0C6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7689-E852-4EEE-BA2B-566365876D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2905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AC5071-6AD0-BB93-8BBB-3B31A1578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B356B3-D38E-A4E1-D072-BE714D5F5A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0AEE85E-C3AB-369E-84B9-884E47DF96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1F5391A-15B9-3296-496C-D4E24E0E9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DC98-6C69-4841-9890-8CCF3F49710E}" type="datetimeFigureOut">
              <a:rPr kumimoji="1" lang="ja-JP" altLang="en-US" smtClean="0"/>
              <a:t>2023/10/30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6FA395E-B01D-D421-8B9F-F316A7DA4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D1440B-38C8-02F4-F84D-3308E0C0A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7689-E852-4EEE-BA2B-566365876D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72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F21884-6B8A-94F8-AA4D-764F3D0ED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524800F-6921-6C5A-8089-4A9DD01DF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BB28AB5-5653-6985-88FE-B4A3374D1B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2AAEA0A-8231-DDDC-F671-A934A9FE56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AE54EBC-D05C-00BF-2DD2-5A9C914A92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651B80F-B2ED-508F-C64A-1AE201F22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DC98-6C69-4841-9890-8CCF3F49710E}" type="datetimeFigureOut">
              <a:rPr kumimoji="1" lang="ja-JP" altLang="en-US" smtClean="0"/>
              <a:t>2023/10/30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AC517F9-D3F7-0936-8A8B-A518AAC72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E3AF752-FDEE-C68B-4875-C1943C519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7689-E852-4EEE-BA2B-566365876D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4817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D6DEF1-AF33-06ED-CBB4-E79F4F4B9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B3A7958-60C3-3EA9-DC89-A86212E96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DC98-6C69-4841-9890-8CCF3F49710E}" type="datetimeFigureOut">
              <a:rPr kumimoji="1" lang="ja-JP" altLang="en-US" smtClean="0"/>
              <a:t>2023/10/30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0720ECF-F07D-260D-4AE2-93901452F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6B03882-48E7-B8FE-A81C-1A327B19F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7689-E852-4EEE-BA2B-566365876D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9561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9E03F2C-AADB-4649-FFB1-39CCD3ECB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DC98-6C69-4841-9890-8CCF3F49710E}" type="datetimeFigureOut">
              <a:rPr kumimoji="1" lang="ja-JP" altLang="en-US" smtClean="0"/>
              <a:t>2023/10/30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F945F49-9A01-78B8-2AB6-62BE958F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ECE4D73-0FAC-7C8A-4436-70627A8A7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7689-E852-4EEE-BA2B-566365876D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9448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9EED20-5BE8-2AD6-B13C-6C2D57B25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23747D-178C-BA08-8064-DE4011E54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73947E2-C61F-5D95-E7A3-7D52E22CE3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CE3036E-69AE-20D5-0E95-29DAA655C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DC98-6C69-4841-9890-8CCF3F49710E}" type="datetimeFigureOut">
              <a:rPr kumimoji="1" lang="ja-JP" altLang="en-US" smtClean="0"/>
              <a:t>2023/10/30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CA7067C-3497-446F-12A3-D288C4C32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3D69F65-7A82-0DCC-390F-ECF950B63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7689-E852-4EEE-BA2B-566365876D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2248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4906D3-40B0-B8EA-AAC1-A18B26BB5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6146747-E608-1C9E-E4F6-A3674C99BC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C0D3E81-49DF-1ECF-C164-9EC5B289AF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15E8402-EB94-7748-BA34-0AC4253FC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DC98-6C69-4841-9890-8CCF3F49710E}" type="datetimeFigureOut">
              <a:rPr kumimoji="1" lang="ja-JP" altLang="en-US" smtClean="0"/>
              <a:t>2023/10/30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F433CAC-35B7-1C2D-B4AF-B65124146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0F3E025-B03C-1CBC-FCDD-6F130E422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7689-E852-4EEE-BA2B-566365876D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5987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9FAAFA-A916-4C0F-E620-3E40ED4BD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006047D-1536-310B-CC28-00A31DFC5D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D626AAF-A278-6AE5-5B94-D1C0503CB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DC98-6C69-4841-9890-8CCF3F49710E}" type="datetimeFigureOut">
              <a:rPr kumimoji="1" lang="ja-JP" altLang="en-US" smtClean="0"/>
              <a:t>2023/10/30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E74323-EDD9-0024-9825-56992DE04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0B3A18-93BD-0103-76F2-CDA99DAA8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7689-E852-4EEE-BA2B-566365876D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8956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0F4991D-AB0F-9447-3E69-E7786C4DE8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524BD85-6DDF-A834-1B60-89EFA03256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283AA7-E6FB-D496-1AFA-41E70B84B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DC98-6C69-4841-9890-8CCF3F49710E}" type="datetimeFigureOut">
              <a:rPr kumimoji="1" lang="ja-JP" altLang="en-US" smtClean="0"/>
              <a:t>2023/10/30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3305FA-0BD2-A634-AF9F-B11B9FE34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34B71B-91A5-1498-6996-E6EA8B4D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7689-E852-4EEE-BA2B-566365876D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5281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DDFCBFF-F61F-FC28-2CAE-2E0957F01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7EB7816-3FD4-D6F3-0AD0-D7217A78C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A1344E-818C-472E-70B0-D92D31EE92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CDC98-6C69-4841-9890-8CCF3F49710E}" type="datetimeFigureOut">
              <a:rPr kumimoji="1" lang="ja-JP" altLang="en-US" smtClean="0"/>
              <a:t>2023/10/30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79164D-3148-72EC-5A2E-45E789ABE1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77DE2E8-2C1B-FE62-AA2B-1B7305B2D1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E7689-E852-4EEE-BA2B-566365876D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967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楕円 1">
            <a:extLst>
              <a:ext uri="{FF2B5EF4-FFF2-40B4-BE49-F238E27FC236}">
                <a16:creationId xmlns:a16="http://schemas.microsoft.com/office/drawing/2014/main" id="{1E1EF482-41D7-59E4-C588-E2344E7CC295}"/>
              </a:ext>
            </a:extLst>
          </p:cNvPr>
          <p:cNvSpPr/>
          <p:nvPr/>
        </p:nvSpPr>
        <p:spPr>
          <a:xfrm>
            <a:off x="3305298" y="224641"/>
            <a:ext cx="6441375" cy="64413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 descr="ロゴ, アイコン, 会社名&#10;&#10;自動的に生成された説明">
            <a:extLst>
              <a:ext uri="{FF2B5EF4-FFF2-40B4-BE49-F238E27FC236}">
                <a16:creationId xmlns:a16="http://schemas.microsoft.com/office/drawing/2014/main" id="{31C1E51A-E5F7-3794-19BE-F21BD85CDDC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264" y="1017102"/>
            <a:ext cx="2820216" cy="4671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586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Alm  n  atte</dc:title>
  <dc:creator>m2010780</dc:creator>
  <cp:lastModifiedBy>m2010780</cp:lastModifiedBy>
  <cp:revision>6</cp:revision>
  <dcterms:created xsi:type="dcterms:W3CDTF">2023-02-26T09:40:51Z</dcterms:created>
  <dcterms:modified xsi:type="dcterms:W3CDTF">2023-10-30T07:40:59Z</dcterms:modified>
</cp:coreProperties>
</file>